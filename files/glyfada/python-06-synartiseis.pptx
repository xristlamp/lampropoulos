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7"/>
    <p:sldId id="275" r:id="rId6"/>
    <p:sldId id="276" r:id="rId5"/>
    <p:sldId id="277" r:id="rId4"/>
    <p:sldId id="278" r:id="rId3"/>
    <p:sldId id="279" r:id="rId30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EK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6350">
            <a:solidFill>
              <a:srgbClr val="2F4B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26496" y="246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Γλυφάδας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Pygame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ΜΑΘΗΜΑ 6 ΑΠΟ 15 · ΥΠΟΕΝΟΤΗΤΑ 2.3.Γ.3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Συναρτήσεις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Γράφεις μια φορά — καλείς όσες φορές θες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σε 13 μικρά βήματα + 17 ασκήσεις στο εργαστήριο          Διάρκεια: 4 ώρες (3η–6η)          24 διαφάνειες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Προγραμματισμός Εφαρμογών Διαδικτύου &amp; Παιχνιδιών (Python, Pygame) · Γ΄ εξάμηνο · Δευτέρα 9/11/2026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ΣΤΟΧΟΙ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θα ξέρεις στο τέλος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463040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ορίζεις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δικές σου συναρτήσεις με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def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να τις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καλείς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όσες φορές θες.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847088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δίνεις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παραμέτρους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(και προεπιλεγμένες τιμές) και να παίρνεις πίσω αποτέλεσμα με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231136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επιστρέφεις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ή περισσότερες τιμές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μαζί, κάτι που η C δεν κάνει εύκολα.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615184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ξεχωρίζεις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τοπικές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καθολικές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μεταβλητές (εμβέλεια).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999232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χρησιμοποιείς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sorted, enumerate, zip, map, filter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συναρτήσεις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lambda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5303520" cy="160020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δουλεύουμε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49743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θεωρία είναι χωρισμένη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13 μικρά βήματα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Κάθε βήμα έχει πάνω δεξιά την ετικέτα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ΣΤΟ ΕΡΓΑΣΤΗΡΙΟ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τον αριθμό της άσκησης στο site.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Διαβάζεις τη διαφάνεια → λύνεις την άσκηση → πας στο επόμενο βήμα.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584448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69417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το εύκολο στο δύσκολο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502005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1–6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εύκολες, μία ιδέα τη φορά.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7–13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μέτριες, συνδυάζουν 2–3 βήματα.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14–16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δύσκολες, όλα μαζί.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17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για το σπίτι.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ΑΠΟ ΤΗ C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Στη C τις λέγατε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συναρτήσεις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με τύπο επιστροφής (int f(int x)). Στην Python: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def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χωρίς τύπους.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ΖΕΣΤΑΜΑ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Συναρτήσεις χρησιμοποιείς ήδη!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Πέντε γρήγορες ερωτήσεις, 5 λεπτά. Τι δίνει πίσω κάθε κλήση; Πρώτα σκέψου, μετά δες τη λύση.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73325"/>
          <a:ext cx="6949440" cy="201168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828800"/>
                <a:gridCol w="20116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ΚΛΉΣΗ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ΔΊΝΕΙ ΠΊΣΩ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 ΕΊΝΑΙ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len([4, 8, 15])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ένας αριθμός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max(7, 2, 9)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ένας αριθμός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sorted([3, 1, 2])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[1, 2, 3]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μια νέα λίστα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input("Όνομα: 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ό,τι γράψεις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πάντα κείμενο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print("Γεια")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None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 εμφανίζει!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90688" y="2473325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583053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Όνομα + παρενθέσεις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912237"/>
            <a:ext cx="3374136" cy="681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len( 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max( 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print( 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κλήση συνάρτησης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της δίνεις κάτι μέσα στις παρενθέσεις και κάνει μια δουλειά. Σήμερα φτιάχνουμε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δικές μας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ΤΟ None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print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εμφανίζει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δεν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δίνει πίσω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τίποτα. Αυτή η διαφορά είναι το βήμα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ΤΟ ΠΡΟΒΛΗΜΑ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ίδιος κώδικας, τρεις φορές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ΜΑΘΗΜΑ 5: ΑΝΤΙΓΡΑΦΗ-ΕΠΙΚΟΛΛΗΣΗ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5394960" cy="2218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6576" cy="22189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148072" cy="2036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"Ηλικία: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"Δώσε αριθμό!"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year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"Έτος: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"Δώσε αριθμό!"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... και ξανά για τον βαθμό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ΣΗΜΕΡΑ: ΜΙΑ ΣΥΝΑΡΤΗΣΗ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700784"/>
            <a:ext cx="5257800" cy="1761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36576" cy="17617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5010912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read_int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prompt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prompt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"Δώσε αριθμό!"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read_int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"Ηλικία: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year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read_int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"Έτος: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read_int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"Βαθμός: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02608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1233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στραβώνει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41520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Θες να αλλάξεις το μήνυμα; Το αλλάζεις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τρία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σημεία — και κάπου θα το ξεχάσεις.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4102608"/>
            <a:ext cx="5257800" cy="100584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123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λύση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4152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Γράφεις τον κώδικα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 φορά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του δίνεις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όνομα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τον καλείς όποτε τον χρειάζεσαι.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ΣΧΕΔΙΟ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Βήματα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1–4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φτιάχνω και καλώ.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5–8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παράμετροι και εμβέλεια.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9–13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έτοιμα εργαλεία της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 ΑΠΟ 13 · DEF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Ορίζω και καλώ μια συνάρτηση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ΟΡΙΣΜΟΣ ΚΑΙ ΚΛΗΣΗ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2435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"Γεια σου!"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"Καλή αρχή στο μάθημα."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1η κλήση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2η κλήση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5394960" cy="9083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127248"/>
            <a:ext cx="36576" cy="90830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5148072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Γεια σου!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Καλή αρχή στο μάθημα.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Γεια σου!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Καλή αρχή στο μάθημα.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def όνομα():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λέξη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def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(define = όρισε), το όνομα,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παρενθέσεις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: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Οι γραμμές με εσοχή είναι το «σώμα» της.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ορισμός δεν τρέχει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def απλώς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θυμάται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τον κώδικα. Τρέχει μόνο όταν γράψεις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hello()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— αυτό λέγεται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κλήση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0723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Πρώτα ορίζω, μετά καλώ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4614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 καλέσεις τη συνάρτηση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πάνω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από το def της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NameError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ΟΝΟΜΑΤΑ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Μικρά λατινικά με _ ανάμεσα: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read_int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show_menu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Όχι ονόματα που υπάρχουν ήδη, όπως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sum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ή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list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2 ΑΠΟ 13 · ΠΑΡΑΜΕΤΡΟΙ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Δίνω τιμές στη συνάρτηση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ΜΙΑ ΠΑΡΑΜΕΤΡΟΣ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4112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4112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228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greet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f"Γεια σου, {name}!"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greet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greet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Γεια σου, Άννα!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Γεια σου, Νίκος!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488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ΔΥΟ ΠΑΡΑΜΕΤΡΟΙ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78352"/>
            <a:ext cx="5394960" cy="1075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578352"/>
            <a:ext cx="36576" cy="1075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88080"/>
            <a:ext cx="5148072" cy="89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rectangle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"Εμβαδό:"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rectangle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Εμβαδό: 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Παράμετρος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Μια μεταβλητή μέσα στις παρενθέσεις του def. Παίρνει τιμή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τη στιγμή της κλήσης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Όρισμα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τιμή που δίνεις στην κλήση: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greet("Άννα")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όρισμα είναι "Άννα" και μπαίνει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name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 τη σειρά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rectangle(3, 5)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το 3 πάει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το 5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h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Αν δώσεις λιγότερα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TypeError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ΑΠΟ ΤΗ C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Ίδια ιδέα με το void greet(char *name), αλλά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χωρίς τύπους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δέχεται ό,τι του δώσεις.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3 ΑΠΟ 13 ·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συνάρτηση δίνει πίσω αποτέλεσμα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578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578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395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49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2478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ΠΩΣ ΤΡΕΧΕΙ ΤΟ square(3) + square(4)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508248"/>
          <a:ext cx="5394960" cy="1335024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6517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ΒΉΜΑ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 ΓΊΝΕΤΑΙ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square(3)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x = 3 → δίνει πίσω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square(4)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x = 4 → δίνει πίσω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 + 16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25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→ print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 τιμή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Τελειώνει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 συνάρτηση και στέλνει την τιμή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πίσω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εκεί που έγινε η κλήση. Η κλήση «γίνεται» αυτή η τιμή.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κάνω την τιμή;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Τη βάζω σε μεταβλητή (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a = square(7)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), την τυπώνω, ή τη χρησιμοποιώ σε πράξη — όπως με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len()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Μετά το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Γραμμές κάτω από το return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τρέχουν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ποτέ: η συνάρτηση έχει ήδη τελειώσει.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ΧΩΡΙΣ return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Μια συνάρτηση χωρίς return δίνει πίσω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None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— όπως το print().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4 ΑΠΟ 13 · PRINT Ή RETURN;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Εμφανίζω ή δίνω πίσω;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ΜΕ PRINT: ΤΟ ΒΛΕΠΩ, ΑΛΛΑ ΤΟ ΧΑΝΩ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5179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51790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double_p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double_p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TypeError: unsupported operand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type(s) for +: 'NoneType' and 'int'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ΜΕ RETURN: ΤΟ ΚΡΑΤΑΩ ΚΑΙ ΤΟ ΧΡΗΣΙΜΟΠΟΙΩ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700784"/>
            <a:ext cx="525780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36576" cy="1197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01091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double_r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double_r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47288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print μέσα στη συνάρτηση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 αριθμός πάει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στην οθόνη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χάνεται.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γίνεται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None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οπότε το r + 1 βγάζει λάθος.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447288"/>
            <a:ext cx="5257800" cy="11887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5701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κανόνας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8620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συνάρτηση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υπολογίζει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κάνει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print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κάνει αυτός που την καλεί.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ΓΙΑΤΙ ΜΕΤΡΑΕΙ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 return το αποτέλεσμα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ξαναχρησιμοποιείται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σε πράξη, σε if, σε λίστα, σε αρχείο.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θα εμφανιστεί;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4206240" cy="19141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36576" cy="19141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959352" cy="173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7488" y="1417320"/>
            <a:ext cx="644652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748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490472"/>
            <a:ext cx="62270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09928"/>
            <a:ext cx="622706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Γράψε, με τη σειρά, κάθε γραμμή που εμφανίζεται. Προσοχή στις δύο τελευταίες!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47488" y="2473325"/>
          <a:ext cx="6446520" cy="1673352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1188720"/>
                <a:gridCol w="33375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ΕΝΤΟΛΉ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ΕΜΦΑΝΊΖΕΙ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print(f(2))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2 + 1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print(f(f(2)))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f(3) → 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g(3)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print του g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print(g(3))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30 · None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g δεν έχει return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47488" y="4297680"/>
            <a:ext cx="64465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407408"/>
            <a:ext cx="6117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ουσία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736592"/>
            <a:ext cx="61173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f(f(2))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τρέχει πρώτα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f(2) → 3, και μετά το f(3).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εμφανίζει μόνο του, αλλά δίνει πίσω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None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Τρέξε τον κώδικα στο «🧪 Ελεύθερο» του εργαστηρίου και έλεγξε τις απαντήσεις σου.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5 ΑΠΟ 13 · ΠΡΟΕΠΙΛΟΓΗ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Προεπιλεγμένες τιμές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4112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4112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228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power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base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exp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base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exp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power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exp = 2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power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exp = 10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25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0896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ΤΟ ΕΙΧΕΣ ΗΔΗ ΔΕΙ: ΤΟ 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92424"/>
            <a:ext cx="539496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392424"/>
            <a:ext cx="36576" cy="12435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51480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sep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"-"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"!"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 Β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Α-Β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exp=2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 στην κλήση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δώσεις τιμή για το exp, παίρνει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Αν δώσεις, παίρνει αυτή που έδωσες.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Πάντα στο τέλος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Οι παράμετροι με προεπιλογή μπαίνουν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μετά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από τις υποχρεωτικές: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def f(a, b=1)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✔,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def f(a=1, b)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Πού τη βλέπεις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print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έχει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sep=" 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end="\n"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ως προεπιλογές. Γι' αυτό συνήθως δεν τα γράφεις.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ΠΟΤΕ ΤΗ ΒΑΖΩ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Όταν μια τιμή είναι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σχεδόν πάντα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ίδια, αλλά καμιά φορά θες να την αλλάξεις.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6 ΑΠΟ 13 · ΟΝΟΜΑΣΤΙΚΑ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Ονομαστικά ορίσματα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6779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6779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495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ticket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seat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f"{name} · θέση {seat} · {price}€"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ticket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ticket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seat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ticket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"Ελένη"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Άννα · θέση 12 · 10€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Νίκος · θέση 5 · 10€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Ελένη · θέση 7 · 7.5€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όνομα=τιμή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Στην κλήση γράφεις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παράμετρος παίρνει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τιμή. Τότε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σειρά δεν μετράει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Πιο καθαρό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ticket("Ελένη", 7, price=7.5)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διαβάζεται καλύτερα από ένα σκέτο ticket("Ελένη", 7, 7.5).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κανόνας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Πρώτα 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θέσης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μετά 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ονομαστικά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ticket(seat=5, "Νίκος")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SyntaxError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ΕΧΕΙΣ ΔΕΙ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sorted(grades, reverse=True)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το reverse είναι ονομαστικό όρισμα με προεπιλογή False.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7 ΑΠΟ 13 · ΠΟΛΛΕΣ ΤΙΜΕΣ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Επιστρέφω δύο ή περισσότερες τιμές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9979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9979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815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stats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avg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stats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"Μικρότερος:"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"Μεγαλύτερος:"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f"Μέσος όρος: {avg:.2f}"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Μικρότερος: 8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Μεγαλύτερος: 17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Μέσος όρος: 13.00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 a, b,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Γράφεις τις τιμές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κόμμα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Η Python τις «πακετάρει» σε μια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πλειάδα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(Μάθημα 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lo, hi, avg =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μοιράζεις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σε μεταβλητές, όπως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x, y = point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Πρέπει να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όσες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επιστρέφει.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C δεν το κάνει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Στη C θα χρειαζόσουν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δείκτες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ή struct. Στην Python είναι μία γραμμή.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Γράψε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r = stats([1, 2, 3])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print(r)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θα δεις την πλειάδα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(1, 3, 2.0)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8 ΑΠΟ 13 · ΕΜΒΕΛΕΙΑ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Τοπικές και καθολικές μεταβλητές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ΤΟΠΙΚΗ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5179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5179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area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τοπική: ζει μόνο εδώ μέσα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area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12.56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NameError: name 'pi' is not defined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ΚΑΘΟΛΙΚΗ ΜΕ global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85032"/>
            <a:ext cx="5394960" cy="1837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685032"/>
            <a:ext cx="36576" cy="1837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148072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score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καθολική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add_point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global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score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«θα αλλάξω την καθολική»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score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score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add_point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add_point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score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Τοπική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Φτιάχνεται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στη συνάρτηση (και οι παράμετροι).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Σβήνει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όταν τελειώσει η κλήση. Απ' έξω δεν φαίνεται.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462276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Καθολική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1188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Φτιάχνεται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έξω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από κάθε def. Η συνάρτηση μπορεί να 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διαβάσει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3679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571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Για να την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αλλάξεις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μέσα σε συνάρτηση, γράψε πρώτα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global όνομα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Αλλιώς φτιάχνεται νέα τοπική με το ίδιο όνομα.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4381754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49148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 μέτρο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20666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global κάνει τον κώδικα δύσκολο να τον παρακολουθήσεις. Προτίμησε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παράμετρο + return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ΓΙΑΤΙ ΕΙΝΑΙ ΚΑΛΟ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Κάθε συνάρτηση έχει τις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δικές της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μεταβλητές: ένα i μέσα της δεν χαλάει το i του υπόλοιπου προγράμματος.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Ποιο x είναι ποιο;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4206240" cy="30876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36576" cy="30876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959352" cy="2904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"a:"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"b:"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global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"τέλος:"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7488" y="1417320"/>
            <a:ext cx="644652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748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490472"/>
            <a:ext cx="62270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09928"/>
            <a:ext cx="622706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Γράψε τι εμφανίζει κάθε γραμμή. Ποια συνάρτηση αλλάζει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πραγματικά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το x;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47488" y="2473325"/>
          <a:ext cx="6446520" cy="1673352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1463040"/>
                <a:gridCol w="36118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ΓΡΑΜΜΉ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ΕΜΦΑΝΊΖΕΙ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a: 100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νέα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τοπική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x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b()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b: 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διαβάζει την καθολική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c()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—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global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: την αλλάζει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τέλος: 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 το c την άλλαξε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47488" y="4389120"/>
            <a:ext cx="64465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498848"/>
            <a:ext cx="6117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παγίδα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828032"/>
            <a:ext cx="61173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x = 100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μέσα στο a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αγγίζει το καθολικό x: φτιάχνει ένα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άλλο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x που σβήνει μόλις τελειώσει το 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ΤΕΧΝΙΚΗ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Για κάθε συνάρτηση ρώτα: «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γράφω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κάπου x = …; Αν ναι, χωρίς global είναι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τοπική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9 ΑΠΟ 13 · *ARGS · **KWARGS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Όσα ορίσματα θέλεις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9 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*ARGS: ΟΣΟΙ ΑΡΙΘΜΟΙ ΘΕΣ · ΑΣΚΗΣΗ 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21579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21579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**KWARGS: ΟΣΑ ΟΝΟΜΑΣΤΙΚΑ ΘΕΣ · ΑΣΚΗΣΗ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700784"/>
            <a:ext cx="5257800" cy="15179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36576" cy="15179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010912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profile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info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info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f"{key}: {value}"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profile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age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city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"Γλυφάδα"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name: Άννα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age: 19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city: Γλυφάδα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29184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0156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*nums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3075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Μαζεύει όλα τα ορίσματα θέσης σε μια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πλειάδα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(1, 2, 3, 4).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16636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7609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**info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0527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Μαζεύει όλα τα ονομαστικά σε ένα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λεξικό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{'name': 'Άννα', …}.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ΕΧΕΙΣ ΔΕΙ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print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δέχεται όσα ορίσματα θες — γιατί έχει *args. Τα ονόματα args/kwargs είναι συνήθεια· το * είναι που μετράει.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10 ΑΠΟ 13 · ΕΝΣΩΜΑΤΩΜΕΝΕΣ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sorted · enumerate · zip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ENUMERATE: ΘΕΣΗ ΚΑΙ ΣΤΟΙΧΕΙΟ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5179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5179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"Ελένη"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enumerate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 Νίκος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 Άννα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 Ελένη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ZIP: ΔΥΟ ΛΙΣΤΕΣ ΔΙΠΛΑ-ΔΙΠΛΑ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85032"/>
            <a:ext cx="5394960" cy="10378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685032"/>
            <a:ext cx="36576" cy="10378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148072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zip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f"{name}: {g}"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Νίκος: 9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Άννα: 17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Ελένη: 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enumerate(λίστα,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Δίνει ζευγάρια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(αριθμός, στοιχείο)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Το 1 λέει «ξεκίνα να μετράς από το 1». Τέλος το range(len(…))!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zip(α, 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Δίνει ζευγάρια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(α[0], β[0])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(α[1], β[1])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… Σταματά στη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λίστα.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sorted(…)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Επιστρέφει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νέα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ταξινομημένη λίστα — η αρχική μένει ίδια.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reverse=True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ανάποδα,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key=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«κατά τι» (βήμα 12).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4552188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191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dict(zip(…))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91100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Δύο λίστες γίνονται λεξικό: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dict(zip(names, grades))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(Μάθημα 4).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for i, name in …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μοιράζεις κάθε ζευγάρι σε δύο μεταβλητές, όπως στο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.items()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των λεξικών.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11 ΑΠΟ 13 · MAP ·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Μια συνάρτηση σε κάθε στοιχείο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MAP: ΕΦΑΡΜΟΣΕ ΣΕ ΟΛΑ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197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with_vat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round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with_vat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[3.1, 12.4, 5.21]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8152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FILTER: ΚΡΑΤΑ ΟΣΑ ΠΕΡΝΑΝΕ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64992"/>
            <a:ext cx="5394960" cy="10378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64992"/>
            <a:ext cx="36576" cy="10378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5148072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is_expensive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filter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is_expensive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[10, 4.2]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ΑΚΟΜΑ ΔΥΟ ΧΡΗΣΙΜΕΣ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36208" y="1700784"/>
          <a:ext cx="5257800" cy="1335024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1371600"/>
                <a:gridCol w="16002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ΚΛΉΣΗ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ΔΊΝΕΙ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 ΚΆΝΕΙ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abs(-7)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απόλυτη τιμή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round(3.14159, 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3.14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στρογγυλεύει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round(2.5)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στο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ζυγό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236208" y="320040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1012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map(συνάρτηση, λίστα)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3931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Καλεί τη συνάρτηση για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στοιχείο. Δίνεις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όνομα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χωρίς παρενθέσεις: with_vat, όχι with_vat().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24535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550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list(…)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8426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Τα map και filter δίνουν τα αποτελέσματα «ένα-ένα».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list()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τα μαζεύεις σε λίστα για να τα τυπώσεις.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ΙΔΙΟ ΜΕ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map είναι ένα for 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append(f(x))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· το filter ένα for 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if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append(x)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(Μάθημα 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12 ΑΠΟ 13 · LAMBDA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Μικρές συναρτήσεις χωρίς όνομα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LAMBDA ΠΑΡΑΜΕΤΡΟΣ: ΑΠΟΤΕΛΕΣΜΑ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197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lambda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42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lambda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[12.4, 24.8]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8152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ΤΟ ΠΙΟ ΣΥΧΝΟ: ΤΑΞΙΝΟΜΗΣΗ ΜΕ key=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64992"/>
            <a:ext cx="5394960" cy="1761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64992"/>
            <a:ext cx="36576" cy="17617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5148072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"Ελένη"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lambda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reverse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Άννα 17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Ελένη 15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Νίκος 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lambda x: x *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Ίδιο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def f(x): return x * 2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σε μία γραμμή. Μία μόνο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έκφραση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χωρίς return.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key=lambda s: s["grade"]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Λέει στο sorted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κατά τι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να ταξινομήσει: για κάθε λεξικό, κοίτα τον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βαθμό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Πότε lambda;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Όταν τη χρειάζεσαι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 φορά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μέσα σε sorted, map, filter, max, min. Για ό,τι μεγαλύτερο: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def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max(students, key=lambda s: s["grade"])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δίνει κατευθείαν τον καλύτερο μαθητή.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13 ΑΠΟ 13 · DOCSTRING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Γράφω τι κάνει η συνάρτηση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3713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3713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188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is_prime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"Επιστρέφει True αν ο n είναι πρώτος."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βρήκα διαιρέτη: τέλος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help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is_prime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is_prime(n)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  Επιστρέφει True αν ο n είναι πρώτος.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is_prime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is_prime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True 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"""…"""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docstring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κείμενο σε τριπλά εισαγωγικά,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αμέσως κάτω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από το def. Λέει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κάνει η συνάρτηση, όχι πώς.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help(όνομα)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Εμφανίζει το docstring. Το ίδιο βλέπεις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VS Code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όταν περνάς το ποντίκι πάνω από την κλήση.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 μέσα στο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Μόλις βρει διαιρέτη, το return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σταματά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τον βρόχο και τη συνάρτηση. Δεν χρειάζεται break.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455218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66191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Καλή συνάρτηση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9110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ένα πράγμα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έχει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καθαρό όνομα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docstring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και δίνει το αποτέλεσμα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ΓΙΑΤΙ ΕΩΣ √n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Αν ο n έχει διαιρέτη, έχει κι έναν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≤ √n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Για το 1.000.000 ψάχνεις 1.000 αριθμούς αντί για 999.998.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17 ασκήσεις, βήμα-βήμα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5394960" cy="3858768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10515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πρώτη μου συνάρτηση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Χαιρετισμός με παράμετρο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Τετράγωνο με return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 μεγαλύτερος από δύο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Δύναμη με προεπιλογή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Εισιτήρια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Στατιστικά: 3 τιμές πίσω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Σκορ με global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Άθροισμα με *args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417320"/>
          <a:ext cx="5257800" cy="3465576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9144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Προφίλ με **kwargs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Πίνακας βαθμών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ΦΠΑ με map και filter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Ταξινόμηση με lambda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Πρώτοι αριθμοί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19, 21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Ρώτα ξανά, ως συνάρτηση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4, 22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αναφορά της τάξης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Ο στόχος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18, 23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Αριθμομηχανή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Για το σπίτι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7, 10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Εργαστήριο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Μάθημα 6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Κάθε άσκηση έχει το «📖 Στις διαφάνειες» που ανοίγει κατευθείαν τη σωστή διαφάνεια.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ΔΥΣΚΟΛΟ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Πρώτοι αριθμοί ως το 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Γράψε τη συνάρτηση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is_prime(n)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που επιστρέφει True ή False. Μετά διάβασε ένα n και,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καλώντας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την is_prime, εμφάνισε όλους τους πρώτους ως το n και πόσοι είναι.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146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05786"/>
            <a:ext cx="6035040" cy="26761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05786"/>
            <a:ext cx="36576" cy="26761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15514"/>
            <a:ext cx="5788152" cy="2493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is_prime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"Επιστρέφει True αν ο n είναι πρώτος."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"Έως: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primes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is_prime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primes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primes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"Πλήθος:"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primes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88" y="2605786"/>
            <a:ext cx="4617720" cy="694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76288" y="2605786"/>
            <a:ext cx="36576" cy="694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15514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Έως: 30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[2, 3, 5, 7, 11, 13, 17, 19, 23, 29]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Πλήθος: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3437890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54761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if is_prime(k):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876802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συνάρτηση δίνει πίσω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True/False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οπότε μπαίνει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κατευθείαν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στο if. Δεν χρειάζεται == True.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ΑΠΟ ΠΟΙΑ ΒΗΜΑΤΑ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return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return μέσα στο for · Μάθημα 2: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πρώτοι αριθμοί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· Μάθημα 3: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append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ΔΥΣΚΟΛΟ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«ρώτα ξανά» ως συνάρτηση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Γράψε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read_int(prompt, lo, hi)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: ρωτά ξανά και ξανά μέχρι ο χρήστης να δώσει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ακέραιο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από lo έως hi, και τον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επιστρέφει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Με αυτή διάβασε ηλικία (15–99) και μήνα (1–12).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146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05786"/>
            <a:ext cx="6035040" cy="2523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05786"/>
            <a:ext cx="36576" cy="25237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15514"/>
            <a:ext cx="5788152" cy="2340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read_int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prompt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"Ζητά ακέραιο από lo έως hi μέχρι να δοθεί σωστός."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prompt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"Δώσε ακέραιο!"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continue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f"Από {lo} έως {hi}!"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read_int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"Ηλικία: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month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read_int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"Μήνας: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f"Ηλικία {age}, μήνας {month}"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88" y="2605786"/>
            <a:ext cx="4617720" cy="13045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76288" y="2605786"/>
            <a:ext cx="36576" cy="13045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15514"/>
            <a:ext cx="4370832" cy="1121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Ηλικία: δεκαεννιά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Δώσε ακέραιο!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Ηλικία: 19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Μήνας: 13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Από 1 έως 12!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Μήνας: 11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Ηλικία 19, μήνας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047490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15721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 μέσα στο while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486402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Βγάζει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κατευθείαν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από βρόχο και συνάρτηση, με τον σωστό αριθμό.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5092446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5202174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ποια βήματα;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531358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παράμετροι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return · Μάθημα 5: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try / except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«ρώτα ξανά»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ΚΡΑΤΑ ΤΗ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Αυτή η συνάρτηση θα σου χρειαστεί σε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κάθε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πρόγραμμα με μενού. Στο Μάθημα 7 θα τη βάλουμε σε δικό της αρχείο.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Ο ΣΤΟΧΟΣ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αναφορά της τάξης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6035040" cy="31181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311810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788152" cy="2935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"Ελένη"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"Γιώργος"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average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"Ο μέσος όρος ενός μαθητή."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ranking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"Οι μαθητές από τον καλύτερο στον χειρότερο."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average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reverse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report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enumerate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ranking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mark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"✔"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average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"✘"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f"{i}. {st['name']:8} {average(st):5.2f} {mark}"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report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students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6288" y="1700784"/>
            <a:ext cx="4617720" cy="8473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1700784"/>
            <a:ext cx="36576" cy="8473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10512"/>
            <a:ext cx="4370832" cy="664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1. Άννα     16.67 ✔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2. Ελένη    15.00 ✔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3. Γιώργος   9.67 ✘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4. Νίκος     9.33 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2685288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795016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key=average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24200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key θέλει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συνάρτηση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δίνεις τη δική σου,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παρενθέσεις. Ίδιο με key=lambda st: average(st).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3730244"/>
            <a:ext cx="461772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839972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Τρεις μικρές συναρτήσεις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169156"/>
            <a:ext cx="428853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καθεμία κάνει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ένα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πράγμα. Η report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καλεί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τις άλλες δύο.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4604766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4714494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limit=10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043678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Προεπιλογή (βήμα 5):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report(students, 15)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δείχνει ποιοι έχουν από 15 και πάνω.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Πρόσθεσε μια μαθήτρια στη λίστα: η αναφορά βγαίνει σωστή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χωρίς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να αλλάξεις καμία συνάρτηση.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ΣΥΝΟΨΗ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κρατάμε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6949440" cy="379476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41148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ΘΈΛΩ ΝΑ…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ορίσω συνάρτηση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def όνομα(a, b):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δώσω πίσω αποτέλεσμα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return τιμή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δώσω πολλά αποτελέσματα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return a, b  →  x, y = f()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βάλω προεπιλογή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def f(a, b=2):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καλέσω με ονόματα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f(b=5, a=1)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αλλάξω καθολική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global όνομα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δεχτώ όσα ορίσματα θέλω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def f(*args, **kwargs):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αριθμήσω / ενώσω λίστες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enumerate(λ, 1) · zip(α, β)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εφαρμόσω / φιλτράρω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map(f, λ) · filter(f, λ)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ταξινομήσω «κατά τι»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sorted(λ, key=lambda x: …)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90688" y="1417320"/>
            <a:ext cx="3703320" cy="107823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52704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Γράφεις μια φορά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856232"/>
            <a:ext cx="33741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συνάρτηση δίνει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όνομα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σε ένα κομμάτι κώδικα. Το διορθώνεις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ένα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σημείο και το καλείς παντού.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688" y="2632710"/>
            <a:ext cx="3703320" cy="107823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74243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Επόμενη φορά · Δευ 16/11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3071622"/>
            <a:ext cx="33741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Αναδρομή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(συνάρτηση που καλεί τον εαυτό της), δικά μας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modules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και γραφήματα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NumPy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Matplotlib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 ΤΟ ΣΠΙΤΙ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Άσκηση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17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στο εργαστήριο: αριθμομηχανή με μία συνάρτηση calc(a, op, b) (βήματα 3 και 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Μάθημα 5 — Αρχεία και εξαιρέσεις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2026-10-11T20:36:57Z</dcterms:created>
  <dcterms:modified xsi:type="dcterms:W3CDTF">2026-10-11T20:36:57Z</dcterms:modified>
</cp:coreProperties>
</file>